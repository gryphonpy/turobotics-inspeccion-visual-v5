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sección explica qué hace el sistema, qué necesita y cómo toma una decisión. No es necesario conocer programación para entenderlo.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no es contar contornos separados, porque las piezas están unidas. Se revisan las diez zonas conocidas del ensamble.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marcas de las esquinas permiten enderezar la imagen aunque el celular esté un poco inclinado. La hoja debe estar plana.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flujo completo. La parte importante es que una mala imagen no se convierte en un resultado engañoso.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color amarillo de una pieza no es la regla. La verificación usa forma, posición y uniones, por eso puede trabajar con piezas grises.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interfaz no cuenta dos veces la misma pieza. Espera a que se retire antes de aceptar una nueva inspección.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tercera respuesta es importante: una cámara desenfocada o una mano tapando el tablero no debe terminar en un falso aprobado.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challenge de 60 ciclos ya salió sin falsos PASA. La batería completa y el ensayo de televisión son las últimas puertas para llamarlo liberado.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explicación final para el público es sencilla: el sistema verifica las diez piezas y muestra un resultado que cualquiera puede leer.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sistema convierte una revisión visual repetitiva en una decisión clara y trazable.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102A40"/>
          </a:solidFill>
          <a:ln w="12700">
            <a:solidFill>
              <a:srgbClr val="102A4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92040" y="0"/>
            <a:ext cx="7299655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>
                <a:alpha val="0"/>
              </a:srgbClr>
            </a:solidFill>
            <a:prstDash val="solid"/>
          </a:ln>
        </p:spPr>
      </p:sp>
      <p:pic>
        <p:nvPicPr>
          <p:cNvPr id="4" name="Image 0" descr="C:\Users\axel2\Desktop\quinto cuatri\proyecto_manufactura-integradora\inspeccion_visual_v4\docs\current_piece_z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201168"/>
            <a:ext cx="6903720" cy="6272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658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58368" y="1353312"/>
            <a:ext cx="40690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visual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ensamble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85800" y="3154680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cámara comprueba que las 10 piezas estén presentes antes de aceptar el producto.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4617720"/>
            <a:ext cx="2148840" cy="301752"/>
          </a:xfrm>
          <a:prstGeom prst="roundRect">
            <a:avLst>
              <a:gd name="adj" fmla="val 18182"/>
            </a:avLst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62686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EXPLICACIÓN DEL SISTEMA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8580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F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Sección para la presentación del proyecto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59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01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35536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10 piezas a simple vista puede fallar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02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B9CB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7FAF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manual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1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las piezas se tocan, una puede faltar y el conjunto todavía parecer completo.</a:t>
            </a:r>
            <a:endParaRPr lang="en-US" sz="1600" dirty="0"/>
          </a:p>
        </p:txBody>
      </p:sp>
      <p:pic>
        <p:nvPicPr>
          <p:cNvPr id="9" name="Image 0" descr="C:\Users\axel2\Desktop\quinto cuatri\proyecto_manufactura-integradora\inspeccion_visual_v4\tests_v5\fixtures\missing_c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70432" y="2926080"/>
            <a:ext cx="2011680" cy="23317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3822192"/>
            <a:ext cx="1554480" cy="301752"/>
          </a:xfrm>
          <a:prstGeom prst="roundRect">
            <a:avLst>
              <a:gd name="adj" fmla="val 18182"/>
            </a:avLst>
          </a:prstGeom>
          <a:solidFill>
            <a:srgbClr val="FFC83D"/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3831336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DIFÍCIL DE NOTAR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29000" y="4343400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16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revisión depende del cansancio y de la atención de la persona.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10528" y="141732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102338"/>
          </a:solidFill>
          <a:ln w="12700">
            <a:solidFill>
              <a:srgbClr val="10233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784848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el sistema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784848" y="21488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cámara revisa una por una las 10 posiciones definidas.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85378" y="2724912"/>
            <a:ext cx="556870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85378" y="2772918"/>
            <a:ext cx="55687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919058" y="2724912"/>
            <a:ext cx="556870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19058" y="2772918"/>
            <a:ext cx="556870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026146" y="3128162"/>
            <a:ext cx="844906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26146" y="3176168"/>
            <a:ext cx="8449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890254" y="3128162"/>
            <a:ext cx="844906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90254" y="3176168"/>
            <a:ext cx="8449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C04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410194" y="3531413"/>
            <a:ext cx="672084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10194" y="3579419"/>
            <a:ext cx="672084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C05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8026146" y="3925062"/>
            <a:ext cx="844906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26146" y="3973068"/>
            <a:ext cx="8449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C06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890254" y="3925062"/>
            <a:ext cx="844906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890254" y="3973068"/>
            <a:ext cx="8449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C07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8410194" y="4328312"/>
            <a:ext cx="672084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410194" y="4376318"/>
            <a:ext cx="672084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C08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026146" y="4721962"/>
            <a:ext cx="844906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26146" y="4769968"/>
            <a:ext cx="8449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C09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890254" y="4721962"/>
            <a:ext cx="844906" cy="336042"/>
          </a:xfrm>
          <a:prstGeom prst="roundRect">
            <a:avLst>
              <a:gd name="adj" fmla="val 13605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890254" y="4769968"/>
            <a:ext cx="844906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6784848" y="5230368"/>
            <a:ext cx="1828800" cy="301752"/>
          </a:xfrm>
          <a:prstGeom prst="roundRect">
            <a:avLst>
              <a:gd name="adj" fmla="val 18182"/>
            </a:avLst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784848" y="523951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 PRESENTES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823960" y="5212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decisión se muestra en grande: PASA o NO PASA.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LA ESTACIÓN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hoja hace que la cámara entienda siempre el mismo lugar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59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03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3553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53312"/>
            <a:ext cx="4828032" cy="4645152"/>
          </a:xfrm>
          <a:prstGeom prst="roundRect">
            <a:avLst>
              <a:gd name="adj" fmla="val 984"/>
            </a:avLst>
          </a:prstGeom>
          <a:solidFill>
            <a:srgbClr val="F7FAFC"/>
          </a:solidFill>
          <a:ln w="13970">
            <a:solidFill>
              <a:srgbClr val="3C586F"/>
            </a:solidFill>
            <a:prstDash val="solid"/>
          </a:ln>
        </p:spPr>
      </p:sp>
      <p:pic>
        <p:nvPicPr>
          <p:cNvPr id="7" name="Image 0" descr="C:\Users\axel2\Desktop\quinto cuatri\proyecto_manufactura-integradora\inspeccion_visual_v4\tests_v5\fixtures\board_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399032"/>
            <a:ext cx="4736592" cy="45537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96112" y="1682496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70078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90288" y="1682496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0288" y="170078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96112" y="4828032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484632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90288" y="4828032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0288" y="484632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080760" y="14173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19088" y="1828800"/>
            <a:ext cx="73152" cy="384048"/>
          </a:xfrm>
          <a:prstGeom prst="rect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693408" y="178308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93408" y="204825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celular funciona como webcam.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19088" y="2697480"/>
            <a:ext cx="73152" cy="384048"/>
          </a:xfrm>
          <a:prstGeom prst="rect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93408" y="26517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93408" y="291693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marcas corrigen el ángulo.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19088" y="3566160"/>
            <a:ext cx="73152" cy="384048"/>
          </a:xfrm>
          <a:prstGeom prst="rect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93408" y="35204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ZONA DE REVISIÓN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93408" y="378561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pieza se coloca dentro del rectángulo central.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419088" y="4434840"/>
            <a:ext cx="73152" cy="384048"/>
          </a:xfrm>
          <a:prstGeom prst="rect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93408" y="4389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FONDO OSCURO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693408" y="4654296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Ayuda a separar las piezas del tablero.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382512" y="516636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hoja no analiza la pieza: sólo fija la referencia para que la imagen sea comparable.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FUNCIONAMIENTO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celular a una decisión en unos segundos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B9CB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40280"/>
            <a:ext cx="1755648" cy="1847088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2728" y="2459736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247802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32004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Cámara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0392" y="351129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 la imagen desde arriba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78024" y="3172968"/>
            <a:ext cx="356616" cy="0"/>
          </a:xfrm>
          <a:prstGeom prst="line">
            <a:avLst/>
          </a:prstGeom>
          <a:noFill/>
          <a:ln w="17780">
            <a:solidFill>
              <a:srgbClr val="7595A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53512" y="2240280"/>
            <a:ext cx="1755648" cy="1847088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2459736"/>
            <a:ext cx="621792" cy="621792"/>
          </a:xfrm>
          <a:prstGeom prst="ellipse">
            <a:avLst/>
          </a:prstGeom>
          <a:solidFill>
            <a:srgbClr val="62CBE8"/>
          </a:solidFill>
          <a:ln w="12700">
            <a:solidFill>
              <a:srgbClr val="62CB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247802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18104" y="32004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Enderezar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18104" y="351129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el ángulo de la hoja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45736" y="3172968"/>
            <a:ext cx="356616" cy="0"/>
          </a:xfrm>
          <a:prstGeom prst="line">
            <a:avLst/>
          </a:prstGeom>
          <a:noFill/>
          <a:ln w="17780">
            <a:solidFill>
              <a:srgbClr val="7595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21224" y="2240280"/>
            <a:ext cx="1755648" cy="1847088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88152" y="2459736"/>
            <a:ext cx="621792" cy="62179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88152" y="247802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85816" y="32004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Estabilizar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85816" y="351129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 a que la pieza no se mueva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13448" y="3172968"/>
            <a:ext cx="356616" cy="0"/>
          </a:xfrm>
          <a:prstGeom prst="line">
            <a:avLst/>
          </a:prstGeom>
          <a:noFill/>
          <a:ln w="17780">
            <a:solidFill>
              <a:srgbClr val="7595A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88936" y="2240280"/>
            <a:ext cx="1755648" cy="1847088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55864" y="2459736"/>
            <a:ext cx="621792" cy="621792"/>
          </a:xfrm>
          <a:prstGeom prst="ellipse">
            <a:avLst/>
          </a:prstGeom>
          <a:solidFill>
            <a:srgbClr val="8E7CFF"/>
          </a:solidFill>
          <a:ln w="12700">
            <a:solidFill>
              <a:srgbClr val="8E7C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247802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53528" y="32004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653528" y="351129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 las 10 posiciones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281160" y="3172968"/>
            <a:ext cx="356616" cy="0"/>
          </a:xfrm>
          <a:prstGeom prst="line">
            <a:avLst/>
          </a:prstGeom>
          <a:noFill/>
          <a:ln w="17780">
            <a:solidFill>
              <a:srgbClr val="7595A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756648" y="2240280"/>
            <a:ext cx="1755648" cy="1847088"/>
          </a:xfrm>
          <a:prstGeom prst="roundRect">
            <a:avLst>
              <a:gd name="adj" fmla="val 4167"/>
            </a:avLst>
          </a:prstGeom>
          <a:solidFill>
            <a:srgbClr val="F7FAF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23576" y="2459736"/>
            <a:ext cx="621792" cy="621792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23576" y="247802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21240" y="32004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21240" y="3511296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 PASA o NO PASA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2029968" y="50749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sólo coloca la pieza y espera el resultado.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1874520" y="555955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imagen no es segura, el sistema no adivina: avisa que hay que repetir la captura.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QUÉ REVISA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cuenta “manchas”: revisa las 10 piezas definidas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59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05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3553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53312"/>
            <a:ext cx="4572000" cy="4709160"/>
          </a:xfrm>
          <a:prstGeom prst="roundRect">
            <a:avLst>
              <a:gd name="adj" fmla="val 1600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del ensamble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35596" y="2057400"/>
            <a:ext cx="784921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5596" y="2125066"/>
            <a:ext cx="784921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1480" dirty="0"/>
          </a:p>
        </p:txBody>
      </p:sp>
      <p:sp>
        <p:nvSpPr>
          <p:cNvPr id="10" name="Shape 8"/>
          <p:cNvSpPr/>
          <p:nvPr/>
        </p:nvSpPr>
        <p:spPr>
          <a:xfrm>
            <a:off x="3328782" y="2057400"/>
            <a:ext cx="784921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782" y="2125066"/>
            <a:ext cx="784921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1480" dirty="0"/>
          </a:p>
        </p:txBody>
      </p:sp>
      <p:sp>
        <p:nvSpPr>
          <p:cNvPr id="12" name="Shape 10"/>
          <p:cNvSpPr/>
          <p:nvPr/>
        </p:nvSpPr>
        <p:spPr>
          <a:xfrm>
            <a:off x="2070202" y="2625791"/>
            <a:ext cx="1190915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70202" y="2693457"/>
            <a:ext cx="1190915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</a:t>
            </a:r>
            <a:endParaRPr lang="en-US" sz="1480" dirty="0"/>
          </a:p>
        </p:txBody>
      </p:sp>
      <p:sp>
        <p:nvSpPr>
          <p:cNvPr id="14" name="Shape 12"/>
          <p:cNvSpPr/>
          <p:nvPr/>
        </p:nvSpPr>
        <p:spPr>
          <a:xfrm>
            <a:off x="3288182" y="2625791"/>
            <a:ext cx="1190915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8182" y="2693457"/>
            <a:ext cx="1190915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C04</a:t>
            </a:r>
            <a:endParaRPr lang="en-US" sz="1480" dirty="0"/>
          </a:p>
        </p:txBody>
      </p:sp>
      <p:sp>
        <p:nvSpPr>
          <p:cNvPr id="16" name="Shape 14"/>
          <p:cNvSpPr/>
          <p:nvPr/>
        </p:nvSpPr>
        <p:spPr>
          <a:xfrm>
            <a:off x="2611526" y="3194182"/>
            <a:ext cx="947318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1526" y="3261848"/>
            <a:ext cx="947318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C05</a:t>
            </a:r>
            <a:endParaRPr lang="en-US" sz="1480" dirty="0"/>
          </a:p>
        </p:txBody>
      </p:sp>
      <p:sp>
        <p:nvSpPr>
          <p:cNvPr id="18" name="Shape 16"/>
          <p:cNvSpPr/>
          <p:nvPr/>
        </p:nvSpPr>
        <p:spPr>
          <a:xfrm>
            <a:off x="2070202" y="3749040"/>
            <a:ext cx="1190915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0202" y="3816706"/>
            <a:ext cx="1190915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C06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3288182" y="3749040"/>
            <a:ext cx="1190915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88182" y="3816706"/>
            <a:ext cx="1190915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C07</a:t>
            </a:r>
            <a:endParaRPr lang="en-US" sz="1480" dirty="0"/>
          </a:p>
        </p:txBody>
      </p:sp>
      <p:sp>
        <p:nvSpPr>
          <p:cNvPr id="22" name="Shape 20"/>
          <p:cNvSpPr/>
          <p:nvPr/>
        </p:nvSpPr>
        <p:spPr>
          <a:xfrm>
            <a:off x="2611526" y="4317431"/>
            <a:ext cx="947318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11526" y="4385097"/>
            <a:ext cx="947318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C08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2070202" y="4872289"/>
            <a:ext cx="1190915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70202" y="4939955"/>
            <a:ext cx="1190915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C09</a:t>
            </a:r>
            <a:endParaRPr lang="en-US" sz="1480" dirty="0"/>
          </a:p>
        </p:txBody>
      </p:sp>
      <p:sp>
        <p:nvSpPr>
          <p:cNvPr id="26" name="Shape 24"/>
          <p:cNvSpPr/>
          <p:nvPr/>
        </p:nvSpPr>
        <p:spPr>
          <a:xfrm>
            <a:off x="3288182" y="4872289"/>
            <a:ext cx="1190915" cy="473659"/>
          </a:xfrm>
          <a:prstGeom prst="roundRect">
            <a:avLst>
              <a:gd name="adj" fmla="val 9653"/>
            </a:avLst>
          </a:prstGeom>
          <a:solidFill>
            <a:srgbClr val="163A52"/>
          </a:solidFill>
          <a:ln w="19050">
            <a:solidFill>
              <a:srgbClr val="2D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8182" y="4939955"/>
            <a:ext cx="1190915" cy="29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C10</a:t>
            </a:r>
            <a:endParaRPr lang="en-US" sz="1480" dirty="0"/>
          </a:p>
        </p:txBody>
      </p:sp>
      <p:sp>
        <p:nvSpPr>
          <p:cNvPr id="28" name="Text 26"/>
          <p:cNvSpPr/>
          <p:nvPr/>
        </p:nvSpPr>
        <p:spPr>
          <a:xfrm>
            <a:off x="960120" y="55138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recuadro representa una posición que debe estar presente.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05272" y="1399032"/>
            <a:ext cx="2423160" cy="4553712"/>
          </a:xfrm>
          <a:prstGeom prst="roundRect">
            <a:avLst>
              <a:gd name="adj" fmla="val 1887"/>
            </a:avLst>
          </a:prstGeom>
          <a:solidFill>
            <a:srgbClr val="F7FAFC"/>
          </a:solidFill>
          <a:ln w="13970">
            <a:solidFill>
              <a:srgbClr val="3C586F"/>
            </a:solidFill>
            <a:prstDash val="solid"/>
          </a:ln>
        </p:spPr>
      </p:sp>
      <p:pic>
        <p:nvPicPr>
          <p:cNvPr id="30" name="Image 0" descr="C:\Users\axel2\Desktop\quinto cuatri\proyecto_manufactura-integradora\inspeccion_visual_v4\tests_v5\fixtures\comple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50992" y="1444752"/>
            <a:ext cx="2331720" cy="446227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8275320" y="1353312"/>
            <a:ext cx="3264408" cy="4709160"/>
          </a:xfrm>
          <a:prstGeom prst="roundRect">
            <a:avLst>
              <a:gd name="adj" fmla="val 2241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549640" y="1627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compara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8567928" y="2176272"/>
            <a:ext cx="201168" cy="201168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924544" y="21488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924544" y="2359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silueta general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8567928" y="2926080"/>
            <a:ext cx="201168" cy="201168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24544" y="289864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8924544" y="31089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se juntan las piezas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8567928" y="3675888"/>
            <a:ext cx="201168" cy="201168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924544" y="3648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8924544" y="385876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zona que ocupa cada componente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567928" y="4425696"/>
            <a:ext cx="201168" cy="201168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24544" y="43982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ESTABILIDAD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8924544" y="460857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el resultado se repita en varios cuadros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MODO LIVE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modo live libera el siguiente ciclo automáticamente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06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B9CB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1307592"/>
            <a:ext cx="5669280" cy="4645152"/>
          </a:xfrm>
          <a:prstGeom prst="roundRect">
            <a:avLst>
              <a:gd name="adj" fmla="val 984"/>
            </a:avLst>
          </a:prstGeom>
          <a:solidFill>
            <a:srgbClr val="F7FAFC"/>
          </a:solidFill>
          <a:ln w="13970">
            <a:solidFill>
              <a:srgbClr val="B5C8D0"/>
            </a:solidFill>
            <a:prstDash val="solid"/>
          </a:ln>
        </p:spPr>
      </p:sp>
      <p:pic>
        <p:nvPicPr>
          <p:cNvPr id="7" name="Image 0" descr="C:\Users\axel2\Desktop\quinto cuatri\proyecto_manufactura-integradora\inspeccion_visual_v4\data\v5\reports\ui_review\p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353312"/>
            <a:ext cx="5577840" cy="45537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1112" y="1353312"/>
            <a:ext cx="4937760" cy="4553712"/>
          </a:xfrm>
          <a:prstGeom prst="roundRect">
            <a:avLst>
              <a:gd name="adj" fmla="val 1606"/>
            </a:avLst>
          </a:prstGeom>
          <a:solidFill>
            <a:srgbClr val="102338"/>
          </a:solidFill>
          <a:ln w="12700">
            <a:solidFill>
              <a:srgbClr val="10233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67728" y="1737360"/>
            <a:ext cx="228600" cy="228600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2028" y="1975104"/>
            <a:ext cx="0" cy="484632"/>
          </a:xfrm>
          <a:prstGeom prst="line">
            <a:avLst/>
          </a:prstGeom>
          <a:noFill/>
          <a:ln w="15240">
            <a:solidFill>
              <a:srgbClr val="35536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60920" y="17099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439912" y="17099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 que el área está libre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967728" y="2459736"/>
            <a:ext cx="228600" cy="228600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82028" y="2697480"/>
            <a:ext cx="0" cy="484632"/>
          </a:xfrm>
          <a:prstGeom prst="line">
            <a:avLst/>
          </a:prstGeom>
          <a:noFill/>
          <a:ln w="15240">
            <a:solidFill>
              <a:srgbClr val="35536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24323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39912" y="24323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pieza aparece y se estabiliza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67728" y="3182112"/>
            <a:ext cx="228600" cy="228600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082028" y="3419856"/>
            <a:ext cx="0" cy="484632"/>
          </a:xfrm>
          <a:prstGeom prst="line">
            <a:avLst/>
          </a:prstGeom>
          <a:noFill/>
          <a:ln w="15240">
            <a:solidFill>
              <a:srgbClr val="35536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60920" y="31546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439912" y="31546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 varios cuadros confiables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67728" y="3904488"/>
            <a:ext cx="228600" cy="228600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82028" y="4142232"/>
            <a:ext cx="0" cy="484632"/>
          </a:xfrm>
          <a:prstGeom prst="line">
            <a:avLst/>
          </a:prstGeom>
          <a:noFill/>
          <a:ln w="15240">
            <a:solidFill>
              <a:srgbClr val="35536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60920" y="38770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439912" y="3877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Congela el resultado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967728" y="4626864"/>
            <a:ext cx="228600" cy="228600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60920" y="45994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RETIRA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439912" y="4599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Desbloquea el siguiente ciclo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967728" y="5376672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no hay que presionar “espacio” para cada nueva pieza.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RESULTADO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respuestas claras, sin porcentajes confusos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59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07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3553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1732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pic>
        <p:nvPicPr>
          <p:cNvPr id="7" name="Image 0" descr="C:\Users\axel2\Desktop\quinto cuatri\proyecto_manufactura-integradora\inspeccion_visual_v4\data\v5\reports\ui_review\p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1673352"/>
            <a:ext cx="2999232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77824" y="4069080"/>
            <a:ext cx="1298448" cy="301752"/>
          </a:xfrm>
          <a:prstGeom prst="roundRect">
            <a:avLst>
              <a:gd name="adj" fmla="val 18182"/>
            </a:avLst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407822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77824" y="4681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10 piezas están presentes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462272" y="141732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pic>
        <p:nvPicPr>
          <p:cNvPr id="12" name="Image 1" descr="C:\Users\axel2\Desktop\quinto cuatri\proyecto_manufactura-integradora\inspeccion_visual_v4\data\v5\reports\ui_review\f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0016" y="1673352"/>
            <a:ext cx="2999232" cy="21488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718304" y="4069080"/>
            <a:ext cx="1298448" cy="301752"/>
          </a:xfrm>
          <a:prstGeom prst="roundRect">
            <a:avLst>
              <a:gd name="adj" fmla="val 18182"/>
            </a:avLst>
          </a:prstGeom>
          <a:solidFill>
            <a:srgbClr val="FF5264"/>
          </a:solidFill>
          <a:ln w="12700">
            <a:solidFill>
              <a:srgbClr val="FF5264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18304" y="4078224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PASA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18304" y="4681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una o más piezas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302752" y="141732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pic>
        <p:nvPicPr>
          <p:cNvPr id="17" name="Image 2" descr="C:\Users\axel2\Desktop\quinto cuatri\proyecto_manufactura-integradora\inspeccion_visual_v4\tests_v5\fixtures\bad_ligh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40496" y="1673352"/>
            <a:ext cx="2999232" cy="21488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558784" y="4069080"/>
            <a:ext cx="2240280" cy="301752"/>
          </a:xfrm>
          <a:prstGeom prst="roundRect">
            <a:avLst>
              <a:gd name="adj" fmla="val 18182"/>
            </a:avLst>
          </a:prstGeom>
          <a:solidFill>
            <a:srgbClr val="FFC83D"/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558784" y="40782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NO CONFIABLE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558784" y="46817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imagen debe repetirse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234440" y="6144768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imagen es mala, el sistema prefiere pedir otra captura antes que inventar un resultado.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87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CONFIABILIDAD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solidez se demuestra con pruebas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6680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B9CB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102338"/>
          </a:solidFill>
          <a:ln w="12700">
            <a:solidFill>
              <a:srgbClr val="10233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764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física realizada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956816" y="25786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con cámara Android y piezas reales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3730752"/>
            <a:ext cx="1828800" cy="301752"/>
          </a:xfrm>
          <a:prstGeom prst="roundRect">
            <a:avLst>
              <a:gd name="adj" fmla="val 18182"/>
            </a:avLst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3989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FALSOS PASA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429768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conjunto de prueba no aceptó defectos ni capturas inseguras como producto bueno.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6784848" cy="4480560"/>
          </a:xfrm>
          <a:prstGeom prst="roundRect">
            <a:avLst>
              <a:gd name="adj" fmla="val 1633"/>
            </a:avLst>
          </a:prstGeom>
          <a:solidFill>
            <a:srgbClr val="F7FAFC"/>
          </a:solidFill>
          <a:ln w="12700">
            <a:solidFill>
              <a:srgbClr val="D6E2E8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7647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Puertas antes de la presentación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66360" y="2331720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350008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89320" y="23500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automáticas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responde igual al repetir las mismas escenas.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166360" y="3044952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306324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30632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Batería física completa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063240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Buenas, faltantes, reacomodadas y condiciones inseguras.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166360" y="3758184"/>
            <a:ext cx="621792" cy="621792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3776472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89320" y="377647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Ensayo en la tele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66760" y="3776472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legible y operación sencilla para el expositor.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166360" y="4471416"/>
            <a:ext cx="621792" cy="621792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4489704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89320" y="448970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023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Respaldo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4489704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B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 conservada como plan de recuperación.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EN LA PRESENTACIÓN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9436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profesor sólo necesita ver tres cosas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6528816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591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INSPECCIÓN VISUAL  ·  09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561320" y="6565392"/>
            <a:ext cx="1051560" cy="0"/>
          </a:xfrm>
          <a:prstGeom prst="line">
            <a:avLst/>
          </a:prstGeom>
          <a:noFill/>
          <a:ln w="12700">
            <a:solidFill>
              <a:srgbClr val="3553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5087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1810512"/>
            <a:ext cx="621792" cy="621792"/>
          </a:xfrm>
          <a:prstGeom prst="ellipse">
            <a:avLst/>
          </a:prstGeom>
          <a:solidFill>
            <a:srgbClr val="2DD4FF"/>
          </a:solidFill>
          <a:ln w="12700">
            <a:solidFill>
              <a:srgbClr val="2DD4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82880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01368" y="1847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25420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Poner el ensamble dentro del rectángulo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6280" y="15087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810512"/>
            <a:ext cx="621792" cy="62179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82880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50408" y="1847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Esperar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00600" y="25420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pantalla muestra que está analizando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15087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102A40"/>
          </a:solidFill>
          <a:ln w="12700">
            <a:solidFill>
              <a:srgbClr val="35536C"/>
            </a:solidFill>
            <a:prstDash val="solid"/>
          </a:ln>
          <a:effectLst>
            <a:outerShdw sx="100000" sy="100000" kx="0" ky="0" algn="bl" rotWithShape="0" blurRad="25400" dist="12700" dir="8100000">
              <a:srgbClr val="172B3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31352" y="1810512"/>
            <a:ext cx="621792" cy="621792"/>
          </a:xfrm>
          <a:prstGeom prst="ellipse">
            <a:avLst/>
          </a:prstGeom>
          <a:solidFill>
            <a:srgbClr val="26E27A"/>
          </a:solidFill>
          <a:ln w="12700">
            <a:solidFill>
              <a:srgbClr val="26E27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31352" y="1828800"/>
            <a:ext cx="621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99448" y="184708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549640" y="25420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9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PASA, NO PASA o repetir captura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" y="3904488"/>
            <a:ext cx="5303520" cy="1956816"/>
          </a:xfrm>
          <a:prstGeom prst="roundRect">
            <a:avLst>
              <a:gd name="adj" fmla="val 2336"/>
            </a:avLst>
          </a:prstGeom>
          <a:solidFill>
            <a:srgbClr val="F7FAFC"/>
          </a:solidFill>
          <a:ln w="13970">
            <a:solidFill>
              <a:srgbClr val="3C586F"/>
            </a:solidFill>
            <a:prstDash val="solid"/>
          </a:ln>
        </p:spPr>
      </p:sp>
      <p:pic>
        <p:nvPicPr>
          <p:cNvPr id="22" name="Image 0" descr="C:\Users\axel2\Desktop\quinto cuatri\proyecto_manufactura-integradora\inspeccion_visual_v4\data\v5\reports\ui_review\pa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" y="3950208"/>
            <a:ext cx="5212080" cy="186537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153912" y="3904488"/>
            <a:ext cx="5303520" cy="1956816"/>
          </a:xfrm>
          <a:prstGeom prst="roundRect">
            <a:avLst>
              <a:gd name="adj" fmla="val 2336"/>
            </a:avLst>
          </a:prstGeom>
          <a:solidFill>
            <a:srgbClr val="F7FAFC"/>
          </a:solidFill>
          <a:ln w="13970">
            <a:solidFill>
              <a:srgbClr val="3C586F"/>
            </a:solidFill>
            <a:prstDash val="solid"/>
          </a:ln>
        </p:spPr>
      </p:sp>
      <p:pic>
        <p:nvPicPr>
          <p:cNvPr id="24" name="Image 1" descr="C:\Users\axel2\Desktop\quinto cuatri\proyecto_manufactura-integradora\inspeccion_visual_v4\data\v5\reports\ui_review\fai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99632" y="3950208"/>
            <a:ext cx="5212080" cy="186537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703320" y="363931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2D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lógica completa cabe en una frase: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87552" y="614476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“¿Están las 10 piezas? Sí: PASA. No: NO PASA. ¿La imagen es mala? Repetir.”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E2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INSPECCIÓN VISUAL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revisar a ojo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071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comprobar con evidencia.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713232" y="315468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6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cámara, una referencia fija y una decisión clara para cada ensamble.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54112" y="1051560"/>
            <a:ext cx="3154680" cy="3154680"/>
          </a:xfrm>
          <a:prstGeom prst="ellipse">
            <a:avLst/>
          </a:prstGeom>
          <a:solidFill>
            <a:srgbClr val="071321"/>
          </a:solidFill>
          <a:ln w="12700">
            <a:solidFill>
              <a:srgbClr val="071321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01584" y="170992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26E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10/10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8092440" y="249631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619963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inspección visual V5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95560" y="61996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4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TUROBOTICS  / 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TuRobotics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Inspección visual del ensamble</dc:title>
  <dc:subject>Explicación sencilla del sistema de inspección visual</dc:subject>
  <dc:creator>TuRobotics / Inspección Visual V5</dc:creator>
  <cp:lastModifiedBy>TuRobotics / Inspección Visual V5</cp:lastModifiedBy>
  <cp:revision>1</cp:revision>
  <dcterms:created xsi:type="dcterms:W3CDTF">2026-08-14T06:22:06Z</dcterms:created>
  <dcterms:modified xsi:type="dcterms:W3CDTF">2026-08-14T06:22:06Z</dcterms:modified>
</cp:coreProperties>
</file>